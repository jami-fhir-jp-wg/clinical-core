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 showGuides="1">
      <p:cViewPr varScale="1">
        <p:scale>
          <a:sx n="117" d="100"/>
          <a:sy n="117" d="100"/>
        </p:scale>
        <p:origin x="90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08ADD4-E364-6C2B-C3D3-11F0A1369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3EE27C-EC8B-EA21-8CC0-217E86965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0D093D-D798-BEB7-8EDA-A0F3D8FA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418D8B-76EF-A5FC-30FA-75EFED9F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9737F3-DE0C-CFFF-48B0-96E96A16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165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18AF1-88E2-6F26-E97D-02C97385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38A400-0056-25F0-E360-B162EED0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88156B-8D72-2F97-A935-20CA6CE8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E0830E-4845-55B8-BB6B-5383700D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DE262F-9668-3441-AC58-E57F7C39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405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5DE09-D114-6CD9-BE39-C8A8CAFC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5D8937-8B0B-29DD-2DC0-B95BD2679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B6843A-E4D5-B976-E293-08B6C1F4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679E33-43C0-7A25-2E43-662051BF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05552C-02AA-1961-28DC-222544CA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96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49765-633D-5DE6-BDCB-6C16FBC0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0B8766-DF2F-CBCA-B4EC-7EAB6FB0E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DFEE90-E71D-FF75-62A6-98EE0DF08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DA9510-F4F6-65C2-711C-33958704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0C1B53-A199-301D-E296-0A2BBF17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E4326F-80F9-8A39-6EA6-CF01B351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69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AA740-20CC-DB89-6370-DD5302508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0748DF-DD09-4237-A960-20AFD8D0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BC7B0B-0D2D-0C6B-0170-C67B7FC0B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2920C6-C8B7-44CC-F7BF-70F9A2322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6140BE1-BF1C-278E-2529-262CB7371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D5DCEB-2D08-7FDC-9AA2-64E6E330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667FE8-82C9-EE6C-62D7-49F0A7B0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E07AB9-7D59-1351-3B3B-2771A687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06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DD8C0-41AF-8BD3-B734-18D5646C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498D27-9305-CC30-0632-77D62CBAB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D528FD-AB87-D074-B16E-4E5F2350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3EBF03-7011-C59C-DBF8-68BFC126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42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4B8DBBB-02CB-E438-4155-0C2F2A12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4A2939-3935-4312-0567-239DE94A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607780-9361-21AD-2D77-E76156DB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5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23A441-A418-543B-FA8A-AD9DAF40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DFD59B-A236-9236-CD3D-984B3AB32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76D1CF-86C1-79AD-6739-D86C7CDCB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A37EDE-2264-B974-926A-4E738961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2EFD2-C48E-4080-35A7-11AED2E8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FA3CED-9AA7-F65D-A9A8-DCCC8435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94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BE9BCC-544C-A5A6-2EA3-B31F10F5C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32934D-0104-CC66-E3A6-A7A593A84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EB5E18-A5CD-B81B-DFE9-186EFACC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E153CE-1544-1998-089B-7FE73C90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43D0E7-454E-5DA3-4F42-38B3E265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55538F-D238-C980-AF49-16E1AF85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89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7729E6-C9E5-FFE6-100C-06D50493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503F9A-7202-9A07-F139-34F3D5156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BCB20C-2FF2-853F-4270-6079F4D1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8C70EE-AE4B-85EE-4F1B-2E08CA4F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861DA2-ABBC-CC2D-FC1A-39C48E95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43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C4428C-9C2F-9343-456E-EBC1A6807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92213A-CE93-577E-586B-A9E4AE080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0EEF2D-ADD8-AA11-A40A-262614ED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2761B1-3679-DCFD-A92A-FD00912B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B89FE4-DB3F-AC70-77A9-BF4ED99FF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34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9212966-46CE-51A0-0300-7349D7B5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72FF3C-B194-8808-F9BD-1FCA7E02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0D843F-A44F-C8CF-05EC-D219D2651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4F75C-281A-3344-B8DA-6C1A5A7EF2A7}" type="datetimeFigureOut"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5E8765-4F72-ED05-C41A-0B507A983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3660ED-4395-5C24-7D95-DFD6CAC79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939B1-83F3-FB47-BE93-18D12EC16E4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78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1E065B0-F8A5-328D-F60A-D3AACEF7F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40727"/>
            <a:ext cx="7772400" cy="31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8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6806015-9B34-64A3-2587-9C37BF255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43183"/>
            <a:ext cx="7772400" cy="29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6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7FF5B74-214B-5AB3-58E1-042FE92E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59537"/>
            <a:ext cx="7772400" cy="33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D2851D53-CBA9-7E3A-ABEF-64B6231A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1216"/>
            <a:ext cx="7772400" cy="409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20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CA7F860-399E-FDC3-27A3-53391794A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80275"/>
            <a:ext cx="7772400" cy="449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1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F9E52C2-550F-1158-A9A4-9B2111D2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08206"/>
            <a:ext cx="7772400" cy="2544502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33201BF-B516-00D1-0B9A-5B66BE14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643869"/>
            <a:ext cx="7772400" cy="240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6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EEEAE60-1D70-685D-1B5F-1333DD5BD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79955"/>
            <a:ext cx="7772400" cy="289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15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60D7D79-950D-4D5D-22E8-C80A29EC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3693"/>
            <a:ext cx="7772400" cy="36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27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38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ワイド画面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　</dc:creator>
  <cp:lastModifiedBy>　</cp:lastModifiedBy>
  <cp:revision>1</cp:revision>
  <dcterms:created xsi:type="dcterms:W3CDTF">2024-10-30T23:28:01Z</dcterms:created>
  <dcterms:modified xsi:type="dcterms:W3CDTF">2024-10-30T23:32:05Z</dcterms:modified>
</cp:coreProperties>
</file>